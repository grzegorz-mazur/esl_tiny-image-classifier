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DB6A88-C75E-4739-8E8F-9A99BA1A7C1E}" v="59" dt="2025-10-29T23:26:08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zegorz Mazur" userId="893261cb-4392-4dbf-b932-79e329d3d15e" providerId="ADAL" clId="{0999489B-A0D2-4363-A8A6-F7006BBC701B}"/>
    <pc:docChg chg="undo custSel addSld modSld">
      <pc:chgData name="Grzegorz Mazur" userId="893261cb-4392-4dbf-b932-79e329d3d15e" providerId="ADAL" clId="{0999489B-A0D2-4363-A8A6-F7006BBC701B}" dt="2025-10-29T23:26:08.660" v="160"/>
      <pc:docMkLst>
        <pc:docMk/>
      </pc:docMkLst>
      <pc:sldChg chg="addSp modSp new mod setBg addAnim">
        <pc:chgData name="Grzegorz Mazur" userId="893261cb-4392-4dbf-b932-79e329d3d15e" providerId="ADAL" clId="{0999489B-A0D2-4363-A8A6-F7006BBC701B}" dt="2025-10-29T23:26:01.590" v="156"/>
        <pc:sldMkLst>
          <pc:docMk/>
          <pc:sldMk cId="3628519285" sldId="256"/>
        </pc:sldMkLst>
        <pc:spChg chg="mod">
          <ac:chgData name="Grzegorz Mazur" userId="893261cb-4392-4dbf-b932-79e329d3d15e" providerId="ADAL" clId="{0999489B-A0D2-4363-A8A6-F7006BBC701B}" dt="2025-10-29T23:15:36.531" v="54" actId="26606"/>
          <ac:spMkLst>
            <pc:docMk/>
            <pc:sldMk cId="3628519285" sldId="256"/>
            <ac:spMk id="2" creationId="{BED30EC0-2BF8-057C-95D4-A6E797C75F5C}"/>
          </ac:spMkLst>
        </pc:spChg>
        <pc:spChg chg="mod">
          <ac:chgData name="Grzegorz Mazur" userId="893261cb-4392-4dbf-b932-79e329d3d15e" providerId="ADAL" clId="{0999489B-A0D2-4363-A8A6-F7006BBC701B}" dt="2025-10-29T23:15:36.531" v="54" actId="26606"/>
          <ac:spMkLst>
            <pc:docMk/>
            <pc:sldMk cId="3628519285" sldId="256"/>
            <ac:spMk id="3" creationId="{52CD956D-CBD0-D38D-9C8B-68A8FF93935D}"/>
          </ac:spMkLst>
        </pc:spChg>
        <pc:spChg chg="add">
          <ac:chgData name="Grzegorz Mazur" userId="893261cb-4392-4dbf-b932-79e329d3d15e" providerId="ADAL" clId="{0999489B-A0D2-4363-A8A6-F7006BBC701B}" dt="2025-10-29T23:15:36.531" v="54" actId="26606"/>
          <ac:spMkLst>
            <pc:docMk/>
            <pc:sldMk cId="3628519285" sldId="256"/>
            <ac:spMk id="8" creationId="{6BDBA639-2A71-4A60-A71A-FF1836F546CE}"/>
          </ac:spMkLst>
        </pc:spChg>
        <pc:spChg chg="add">
          <ac:chgData name="Grzegorz Mazur" userId="893261cb-4392-4dbf-b932-79e329d3d15e" providerId="ADAL" clId="{0999489B-A0D2-4363-A8A6-F7006BBC701B}" dt="2025-10-29T23:15:36.531" v="54" actId="26606"/>
          <ac:spMkLst>
            <pc:docMk/>
            <pc:sldMk cId="3628519285" sldId="256"/>
            <ac:spMk id="31" creationId="{D9C506D7-84CB-4057-A44A-465313E78538}"/>
          </ac:spMkLst>
        </pc:spChg>
        <pc:spChg chg="add">
          <ac:chgData name="Grzegorz Mazur" userId="893261cb-4392-4dbf-b932-79e329d3d15e" providerId="ADAL" clId="{0999489B-A0D2-4363-A8A6-F7006BBC701B}" dt="2025-10-29T23:15:36.531" v="54" actId="26606"/>
          <ac:spMkLst>
            <pc:docMk/>
            <pc:sldMk cId="3628519285" sldId="256"/>
            <ac:spMk id="33" creationId="{7842FC68-61FD-4700-8A22-BB8B071884DB}"/>
          </ac:spMkLst>
        </pc:spChg>
        <pc:grpChg chg="add">
          <ac:chgData name="Grzegorz Mazur" userId="893261cb-4392-4dbf-b932-79e329d3d15e" providerId="ADAL" clId="{0999489B-A0D2-4363-A8A6-F7006BBC701B}" dt="2025-10-29T23:15:36.531" v="54" actId="26606"/>
          <ac:grpSpMkLst>
            <pc:docMk/>
            <pc:sldMk cId="3628519285" sldId="256"/>
            <ac:grpSpMk id="10" creationId="{5E208A8B-5EBD-4532-BE72-26414FA7CFF6}"/>
          </ac:grpSpMkLst>
        </pc:grpChg>
        <pc:picChg chg="add mod">
          <ac:chgData name="Grzegorz Mazur" userId="893261cb-4392-4dbf-b932-79e329d3d15e" providerId="ADAL" clId="{0999489B-A0D2-4363-A8A6-F7006BBC701B}" dt="2025-10-29T23:26:01.590" v="156"/>
          <ac:picMkLst>
            <pc:docMk/>
            <pc:sldMk cId="3628519285" sldId="256"/>
            <ac:picMk id="4" creationId="{CEE75021-6BB9-B400-E21A-10094095E747}"/>
          </ac:picMkLst>
        </pc:picChg>
      </pc:sldChg>
      <pc:sldChg chg="addSp delSp modSp new mod">
        <pc:chgData name="Grzegorz Mazur" userId="893261cb-4392-4dbf-b932-79e329d3d15e" providerId="ADAL" clId="{0999489B-A0D2-4363-A8A6-F7006BBC701B}" dt="2025-10-29T23:26:03.498" v="157"/>
        <pc:sldMkLst>
          <pc:docMk/>
          <pc:sldMk cId="1065111214" sldId="257"/>
        </pc:sldMkLst>
        <pc:spChg chg="mod">
          <ac:chgData name="Grzegorz Mazur" userId="893261cb-4392-4dbf-b932-79e329d3d15e" providerId="ADAL" clId="{0999489B-A0D2-4363-A8A6-F7006BBC701B}" dt="2025-10-29T23:21:14.399" v="111"/>
          <ac:spMkLst>
            <pc:docMk/>
            <pc:sldMk cId="1065111214" sldId="257"/>
            <ac:spMk id="2" creationId="{8CD66262-95A4-77E0-B863-C064623FF696}"/>
          </ac:spMkLst>
        </pc:spChg>
        <pc:spChg chg="add del mod">
          <ac:chgData name="Grzegorz Mazur" userId="893261cb-4392-4dbf-b932-79e329d3d15e" providerId="ADAL" clId="{0999489B-A0D2-4363-A8A6-F7006BBC701B}" dt="2025-10-29T23:21:23.322" v="113" actId="5793"/>
          <ac:spMkLst>
            <pc:docMk/>
            <pc:sldMk cId="1065111214" sldId="257"/>
            <ac:spMk id="3" creationId="{F31379F3-CFEA-6C33-C883-93C3670A985D}"/>
          </ac:spMkLst>
        </pc:spChg>
        <pc:spChg chg="add mod">
          <ac:chgData name="Grzegorz Mazur" userId="893261cb-4392-4dbf-b932-79e329d3d15e" providerId="ADAL" clId="{0999489B-A0D2-4363-A8A6-F7006BBC701B}" dt="2025-10-29T23:16:35.451" v="59"/>
          <ac:spMkLst>
            <pc:docMk/>
            <pc:sldMk cId="1065111214" sldId="257"/>
            <ac:spMk id="4" creationId="{166D7283-45B8-50BA-267D-9B5D86429752}"/>
          </ac:spMkLst>
        </pc:spChg>
        <pc:picChg chg="add mod">
          <ac:chgData name="Grzegorz Mazur" userId="893261cb-4392-4dbf-b932-79e329d3d15e" providerId="ADAL" clId="{0999489B-A0D2-4363-A8A6-F7006BBC701B}" dt="2025-10-29T23:26:03.498" v="157"/>
          <ac:picMkLst>
            <pc:docMk/>
            <pc:sldMk cId="1065111214" sldId="257"/>
            <ac:picMk id="5" creationId="{DF69EFB3-41FC-7CA0-311C-B01F2AD7084B}"/>
          </ac:picMkLst>
        </pc:picChg>
      </pc:sldChg>
      <pc:sldChg chg="addSp delSp modSp new mod">
        <pc:chgData name="Grzegorz Mazur" userId="893261cb-4392-4dbf-b932-79e329d3d15e" providerId="ADAL" clId="{0999489B-A0D2-4363-A8A6-F7006BBC701B}" dt="2025-10-29T23:26:04.726" v="158"/>
        <pc:sldMkLst>
          <pc:docMk/>
          <pc:sldMk cId="1992583769" sldId="258"/>
        </pc:sldMkLst>
        <pc:spChg chg="mod">
          <ac:chgData name="Grzegorz Mazur" userId="893261cb-4392-4dbf-b932-79e329d3d15e" providerId="ADAL" clId="{0999489B-A0D2-4363-A8A6-F7006BBC701B}" dt="2025-10-29T23:21:38.030" v="114"/>
          <ac:spMkLst>
            <pc:docMk/>
            <pc:sldMk cId="1992583769" sldId="258"/>
            <ac:spMk id="2" creationId="{F5BBC5FF-8244-63C0-48C0-E725722CE583}"/>
          </ac:spMkLst>
        </pc:spChg>
        <pc:spChg chg="add del mod">
          <ac:chgData name="Grzegorz Mazur" userId="893261cb-4392-4dbf-b932-79e329d3d15e" providerId="ADAL" clId="{0999489B-A0D2-4363-A8A6-F7006BBC701B}" dt="2025-10-29T23:21:56.796" v="116" actId="20577"/>
          <ac:spMkLst>
            <pc:docMk/>
            <pc:sldMk cId="1992583769" sldId="258"/>
            <ac:spMk id="3" creationId="{61281636-76F3-04A5-4E9B-1B9F1A638E10}"/>
          </ac:spMkLst>
        </pc:spChg>
        <pc:spChg chg="add mod">
          <ac:chgData name="Grzegorz Mazur" userId="893261cb-4392-4dbf-b932-79e329d3d15e" providerId="ADAL" clId="{0999489B-A0D2-4363-A8A6-F7006BBC701B}" dt="2025-10-29T23:17:50.980" v="67"/>
          <ac:spMkLst>
            <pc:docMk/>
            <pc:sldMk cId="1992583769" sldId="258"/>
            <ac:spMk id="4" creationId="{5CCA74DB-641A-13E5-0E51-59FAB1DFE447}"/>
          </ac:spMkLst>
        </pc:spChg>
        <pc:picChg chg="add mod">
          <ac:chgData name="Grzegorz Mazur" userId="893261cb-4392-4dbf-b932-79e329d3d15e" providerId="ADAL" clId="{0999489B-A0D2-4363-A8A6-F7006BBC701B}" dt="2025-10-29T23:26:04.726" v="158"/>
          <ac:picMkLst>
            <pc:docMk/>
            <pc:sldMk cId="1992583769" sldId="258"/>
            <ac:picMk id="5" creationId="{41081A6B-FBFE-CB2F-63C9-D5C5D7CFA7B1}"/>
          </ac:picMkLst>
        </pc:picChg>
      </pc:sldChg>
      <pc:sldChg chg="addSp modSp new mod">
        <pc:chgData name="Grzegorz Mazur" userId="893261cb-4392-4dbf-b932-79e329d3d15e" providerId="ADAL" clId="{0999489B-A0D2-4363-A8A6-F7006BBC701B}" dt="2025-10-29T23:26:06.163" v="159"/>
        <pc:sldMkLst>
          <pc:docMk/>
          <pc:sldMk cId="239486092" sldId="259"/>
        </pc:sldMkLst>
        <pc:spChg chg="mod">
          <ac:chgData name="Grzegorz Mazur" userId="893261cb-4392-4dbf-b932-79e329d3d15e" providerId="ADAL" clId="{0999489B-A0D2-4363-A8A6-F7006BBC701B}" dt="2025-10-29T23:22:23.405" v="117"/>
          <ac:spMkLst>
            <pc:docMk/>
            <pc:sldMk cId="239486092" sldId="259"/>
            <ac:spMk id="2" creationId="{91D26F66-3E49-0364-A8F2-DEDF3DAE4C0B}"/>
          </ac:spMkLst>
        </pc:spChg>
        <pc:spChg chg="mod">
          <ac:chgData name="Grzegorz Mazur" userId="893261cb-4392-4dbf-b932-79e329d3d15e" providerId="ADAL" clId="{0999489B-A0D2-4363-A8A6-F7006BBC701B}" dt="2025-10-29T23:22:34.390" v="121" actId="5793"/>
          <ac:spMkLst>
            <pc:docMk/>
            <pc:sldMk cId="239486092" sldId="259"/>
            <ac:spMk id="3" creationId="{5428767D-22CD-627B-E0DE-A2D1A6C378AC}"/>
          </ac:spMkLst>
        </pc:spChg>
        <pc:picChg chg="add mod">
          <ac:chgData name="Grzegorz Mazur" userId="893261cb-4392-4dbf-b932-79e329d3d15e" providerId="ADAL" clId="{0999489B-A0D2-4363-A8A6-F7006BBC701B}" dt="2025-10-29T23:26:06.163" v="159"/>
          <ac:picMkLst>
            <pc:docMk/>
            <pc:sldMk cId="239486092" sldId="259"/>
            <ac:picMk id="4" creationId="{6DB907AE-E08E-A976-289B-14ADE3005657}"/>
          </ac:picMkLst>
        </pc:picChg>
      </pc:sldChg>
      <pc:sldChg chg="addSp modSp new mod">
        <pc:chgData name="Grzegorz Mazur" userId="893261cb-4392-4dbf-b932-79e329d3d15e" providerId="ADAL" clId="{0999489B-A0D2-4363-A8A6-F7006BBC701B}" dt="2025-10-29T23:25:58.059" v="155" actId="1076"/>
        <pc:sldMkLst>
          <pc:docMk/>
          <pc:sldMk cId="712267970" sldId="260"/>
        </pc:sldMkLst>
        <pc:spChg chg="mod">
          <ac:chgData name="Grzegorz Mazur" userId="893261cb-4392-4dbf-b932-79e329d3d15e" providerId="ADAL" clId="{0999489B-A0D2-4363-A8A6-F7006BBC701B}" dt="2025-10-29T23:22:47.259" v="122"/>
          <ac:spMkLst>
            <pc:docMk/>
            <pc:sldMk cId="712267970" sldId="260"/>
            <ac:spMk id="2" creationId="{6997EEE2-9CD0-A3F5-17B4-C2C8CD4C6504}"/>
          </ac:spMkLst>
        </pc:spChg>
        <pc:spChg chg="mod">
          <ac:chgData name="Grzegorz Mazur" userId="893261cb-4392-4dbf-b932-79e329d3d15e" providerId="ADAL" clId="{0999489B-A0D2-4363-A8A6-F7006BBC701B}" dt="2025-10-29T23:23:00.031" v="125" actId="20577"/>
          <ac:spMkLst>
            <pc:docMk/>
            <pc:sldMk cId="712267970" sldId="260"/>
            <ac:spMk id="3" creationId="{80BF5322-3F91-C74D-55DF-B13983963723}"/>
          </ac:spMkLst>
        </pc:spChg>
        <pc:picChg chg="add mod">
          <ac:chgData name="Grzegorz Mazur" userId="893261cb-4392-4dbf-b932-79e329d3d15e" providerId="ADAL" clId="{0999489B-A0D2-4363-A8A6-F7006BBC701B}" dt="2025-10-29T23:25:58.059" v="155" actId="1076"/>
          <ac:picMkLst>
            <pc:docMk/>
            <pc:sldMk cId="712267970" sldId="260"/>
            <ac:picMk id="3074" creationId="{5C8269BD-787B-0416-FE6B-5407DAF86D89}"/>
          </ac:picMkLst>
        </pc:picChg>
      </pc:sldChg>
      <pc:sldChg chg="addSp delSp modSp add mod setBg modAnim delDesignElem">
        <pc:chgData name="Grzegorz Mazur" userId="893261cb-4392-4dbf-b932-79e329d3d15e" providerId="ADAL" clId="{0999489B-A0D2-4363-A8A6-F7006BBC701B}" dt="2025-10-29T23:26:08.660" v="160"/>
        <pc:sldMkLst>
          <pc:docMk/>
          <pc:sldMk cId="2185906025" sldId="261"/>
        </pc:sldMkLst>
        <pc:spChg chg="mod">
          <ac:chgData name="Grzegorz Mazur" userId="893261cb-4392-4dbf-b932-79e329d3d15e" providerId="ADAL" clId="{0999489B-A0D2-4363-A8A6-F7006BBC701B}" dt="2025-10-29T23:23:20.307" v="147" actId="20577"/>
          <ac:spMkLst>
            <pc:docMk/>
            <pc:sldMk cId="2185906025" sldId="261"/>
            <ac:spMk id="2" creationId="{061097D3-740F-F1E6-BDC5-3C2D0BF177AA}"/>
          </ac:spMkLst>
        </pc:spChg>
        <pc:spChg chg="mod">
          <ac:chgData name="Grzegorz Mazur" userId="893261cb-4392-4dbf-b932-79e329d3d15e" providerId="ADAL" clId="{0999489B-A0D2-4363-A8A6-F7006BBC701B}" dt="2025-10-29T23:23:27.515" v="148" actId="6549"/>
          <ac:spMkLst>
            <pc:docMk/>
            <pc:sldMk cId="2185906025" sldId="261"/>
            <ac:spMk id="3" creationId="{647494C5-A4FC-494A-60DD-61616F2EF713}"/>
          </ac:spMkLst>
        </pc:spChg>
        <pc:spChg chg="add">
          <ac:chgData name="Grzegorz Mazur" userId="893261cb-4392-4dbf-b932-79e329d3d15e" providerId="ADAL" clId="{0999489B-A0D2-4363-A8A6-F7006BBC701B}" dt="2025-10-29T23:23:37.648" v="149" actId="26606"/>
          <ac:spMkLst>
            <pc:docMk/>
            <pc:sldMk cId="2185906025" sldId="261"/>
            <ac:spMk id="5" creationId="{6BDBA639-2A71-4A60-A71A-FF1836F546CE}"/>
          </ac:spMkLst>
        </pc:spChg>
        <pc:spChg chg="add">
          <ac:chgData name="Grzegorz Mazur" userId="893261cb-4392-4dbf-b932-79e329d3d15e" providerId="ADAL" clId="{0999489B-A0D2-4363-A8A6-F7006BBC701B}" dt="2025-10-29T23:23:37.648" v="149" actId="26606"/>
          <ac:spMkLst>
            <pc:docMk/>
            <pc:sldMk cId="2185906025" sldId="261"/>
            <ac:spMk id="7" creationId="{D9C506D7-84CB-4057-A44A-465313E78538}"/>
          </ac:spMkLst>
        </pc:spChg>
        <pc:spChg chg="del">
          <ac:chgData name="Grzegorz Mazur" userId="893261cb-4392-4dbf-b932-79e329d3d15e" providerId="ADAL" clId="{0999489B-A0D2-4363-A8A6-F7006BBC701B}" dt="2025-10-29T23:23:09.417" v="127"/>
          <ac:spMkLst>
            <pc:docMk/>
            <pc:sldMk cId="2185906025" sldId="261"/>
            <ac:spMk id="8" creationId="{359ADD62-42D6-9B9F-6C43-3B0E803CA1A7}"/>
          </ac:spMkLst>
        </pc:spChg>
        <pc:spChg chg="add">
          <ac:chgData name="Grzegorz Mazur" userId="893261cb-4392-4dbf-b932-79e329d3d15e" providerId="ADAL" clId="{0999489B-A0D2-4363-A8A6-F7006BBC701B}" dt="2025-10-29T23:23:37.648" v="149" actId="26606"/>
          <ac:spMkLst>
            <pc:docMk/>
            <pc:sldMk cId="2185906025" sldId="261"/>
            <ac:spMk id="9" creationId="{7842FC68-61FD-4700-8A22-BB8B071884DB}"/>
          </ac:spMkLst>
        </pc:spChg>
        <pc:spChg chg="del">
          <ac:chgData name="Grzegorz Mazur" userId="893261cb-4392-4dbf-b932-79e329d3d15e" providerId="ADAL" clId="{0999489B-A0D2-4363-A8A6-F7006BBC701B}" dt="2025-10-29T23:23:09.417" v="127"/>
          <ac:spMkLst>
            <pc:docMk/>
            <pc:sldMk cId="2185906025" sldId="261"/>
            <ac:spMk id="31" creationId="{DDA6AE2E-D3AD-7B18-0ACF-3D42A5C41756}"/>
          </ac:spMkLst>
        </pc:spChg>
        <pc:spChg chg="del">
          <ac:chgData name="Grzegorz Mazur" userId="893261cb-4392-4dbf-b932-79e329d3d15e" providerId="ADAL" clId="{0999489B-A0D2-4363-A8A6-F7006BBC701B}" dt="2025-10-29T23:23:09.417" v="127"/>
          <ac:spMkLst>
            <pc:docMk/>
            <pc:sldMk cId="2185906025" sldId="261"/>
            <ac:spMk id="33" creationId="{F6AD93DE-CE1C-3E54-227C-EC3FBA929827}"/>
          </ac:spMkLst>
        </pc:spChg>
        <pc:grpChg chg="add">
          <ac:chgData name="Grzegorz Mazur" userId="893261cb-4392-4dbf-b932-79e329d3d15e" providerId="ADAL" clId="{0999489B-A0D2-4363-A8A6-F7006BBC701B}" dt="2025-10-29T23:23:37.648" v="149" actId="26606"/>
          <ac:grpSpMkLst>
            <pc:docMk/>
            <pc:sldMk cId="2185906025" sldId="261"/>
            <ac:grpSpMk id="6" creationId="{5E208A8B-5EBD-4532-BE72-26414FA7CFF6}"/>
          </ac:grpSpMkLst>
        </pc:grpChg>
        <pc:grpChg chg="del">
          <ac:chgData name="Grzegorz Mazur" userId="893261cb-4392-4dbf-b932-79e329d3d15e" providerId="ADAL" clId="{0999489B-A0D2-4363-A8A6-F7006BBC701B}" dt="2025-10-29T23:23:09.417" v="127"/>
          <ac:grpSpMkLst>
            <pc:docMk/>
            <pc:sldMk cId="2185906025" sldId="261"/>
            <ac:grpSpMk id="10" creationId="{B2537F12-8993-E093-459A-1D44D053AFA8}"/>
          </ac:grpSpMkLst>
        </pc:grpChg>
        <pc:picChg chg="add mod">
          <ac:chgData name="Grzegorz Mazur" userId="893261cb-4392-4dbf-b932-79e329d3d15e" providerId="ADAL" clId="{0999489B-A0D2-4363-A8A6-F7006BBC701B}" dt="2025-10-29T23:26:08.660" v="160"/>
          <ac:picMkLst>
            <pc:docMk/>
            <pc:sldMk cId="2185906025" sldId="261"/>
            <ac:picMk id="4" creationId="{629A90B4-2D39-9BA7-A91A-7EEA87727F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446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200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737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4476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442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799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909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52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320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036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712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51FB4-73F2-4933-95A2-072AE7501AB4}" type="datetimeFigureOut">
              <a:rPr lang="pl-PL" smtClean="0"/>
              <a:t>30.10.2025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AA0D1-4BEA-4E21-A6F1-91CFF57401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506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DBA639-2A71-4A60-A71A-FF1836F5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208A8B-5EBD-4532-BE72-26414FA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5D09196-B338-4AB5-A71B-CFD5FFCA6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50B4463-128A-4677-A285-C017E6C54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D9B95CD-F023-4DFA-9678-1E02713F7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DDF47A8-BE7B-43F3-A500-F5A4656D8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DD394DE-76FB-42F8-85F2-FD436F423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95F2EFB-87E6-4400-AAF3-7EB8B4F15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D463476-2BC7-418C-9D6F-51444B11A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4011122-2495-478A-81BF-ABBDEA1DA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79E87C5-E5B3-476B-B539-FC9CF4A33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56029CA-2B38-434D-9044-5FF3A1ECD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514CFB6-E8DB-43DC-B1CD-9CC2D4B2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D8C1FC8-E550-45BE-9F30-822BAB378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D1646B5D-A7B7-41EC-9591-0E0C0F4F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2118E93-481E-4843-987E-378187AA3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7038464-F4E2-47EC-A87F-18469191E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B3BBEB1-E146-408F-95B7-EE2F269D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765B285-56EC-47FC-B116-274EBBD61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CB4A6191-6913-42EA-905E-8A174AE2C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ADEEF92-F481-475A-845C-5E940F0D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9C506D7-84CB-4057-A44A-465313E7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44861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42FC68-61FD-4700-8A22-BB8B0718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4579" y="691977"/>
            <a:ext cx="7761923" cy="5343064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ED30EC0-2BF8-057C-95D4-A6E797C75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277" y="2061838"/>
            <a:ext cx="6959446" cy="1662475"/>
          </a:xfrm>
        </p:spPr>
        <p:txBody>
          <a:bodyPr>
            <a:normAutofit/>
          </a:bodyPr>
          <a:lstStyle/>
          <a:p>
            <a:r>
              <a:rPr lang="pl-PL" sz="4800" dirty="0" err="1"/>
              <a:t>Tiny</a:t>
            </a:r>
            <a:r>
              <a:rPr lang="pl-PL" sz="4800" dirty="0"/>
              <a:t> Image </a:t>
            </a:r>
            <a:r>
              <a:rPr lang="pl-PL" sz="4800" dirty="0" err="1"/>
              <a:t>Classifier</a:t>
            </a:r>
            <a:r>
              <a:rPr lang="pl-PL" sz="4800" dirty="0"/>
              <a:t>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2CD956D-CBD0-D38D-9C8B-68A8FF939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8938" y="3783690"/>
            <a:ext cx="5414125" cy="1196717"/>
          </a:xfrm>
        </p:spPr>
        <p:txBody>
          <a:bodyPr>
            <a:normAutofit/>
          </a:bodyPr>
          <a:lstStyle/>
          <a:p>
            <a:r>
              <a:rPr lang="pl-PL" sz="2000"/>
              <a:t>Grzegorz Mazur</a:t>
            </a:r>
            <a:br>
              <a:rPr lang="pl-PL" sz="2000"/>
            </a:br>
            <a:r>
              <a:rPr lang="pl-PL" sz="2000"/>
              <a:t>Jakub Płoskonka</a:t>
            </a:r>
            <a:br>
              <a:rPr lang="pl-PL" sz="2000"/>
            </a:br>
            <a:r>
              <a:rPr lang="pl-PL" sz="2000"/>
              <a:t>Oliwia Salamon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EE75021-6BB9-B400-E21A-10094095E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591" y="0"/>
            <a:ext cx="1364409" cy="136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51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D66262-95A4-77E0-B863-C064623F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Temat i cel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31379F3-CFEA-6C33-C883-93C3670A9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 err="1"/>
              <a:t>Tiny</a:t>
            </a:r>
            <a:r>
              <a:rPr lang="pl-PL" b="1" dirty="0"/>
              <a:t> Image </a:t>
            </a:r>
            <a:r>
              <a:rPr lang="pl-PL" b="1" dirty="0" err="1"/>
              <a:t>Classifier</a:t>
            </a:r>
            <a:r>
              <a:rPr lang="pl-PL" b="1" dirty="0"/>
              <a:t> – CIFAR-10 + lekkie CNN + </a:t>
            </a:r>
            <a:r>
              <a:rPr lang="pl-PL" b="1" dirty="0" err="1"/>
              <a:t>pruning</a:t>
            </a:r>
            <a:endParaRPr lang="pl-PL" dirty="0"/>
          </a:p>
          <a:p>
            <a:r>
              <a:rPr lang="pl-PL" dirty="0"/>
              <a:t>Klasyfikacja 10 klas obrazów (32×32).</a:t>
            </a:r>
          </a:p>
          <a:p>
            <a:r>
              <a:rPr lang="pl-PL" dirty="0"/>
              <a:t>Celem: </a:t>
            </a:r>
            <a:r>
              <a:rPr lang="pl-PL" b="1" dirty="0"/>
              <a:t>zachować wysoką </a:t>
            </a:r>
            <a:r>
              <a:rPr lang="pl-PL" b="1" dirty="0" err="1"/>
              <a:t>accuracy</a:t>
            </a:r>
            <a:r>
              <a:rPr lang="pl-PL" b="1" dirty="0"/>
              <a:t> przy małym modelu</a:t>
            </a:r>
            <a:r>
              <a:rPr lang="pl-PL" dirty="0"/>
              <a:t>.</a:t>
            </a:r>
          </a:p>
          <a:p>
            <a:r>
              <a:rPr lang="pl-PL" dirty="0"/>
              <a:t>Problem: ograniczone zasoby, ryzyko spadku jakości po kompresji.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69EFB3-41FC-7CA0-311C-B01F2AD70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591" y="0"/>
            <a:ext cx="1364409" cy="136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11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BC5FF-8244-63C0-48C0-E725722C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Dane i </a:t>
            </a:r>
            <a:r>
              <a:rPr lang="pl-PL" dirty="0" err="1"/>
              <a:t>pipeline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281636-76F3-04A5-4E9B-1B9F1A638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 err="1"/>
              <a:t>Dataset</a:t>
            </a:r>
            <a:r>
              <a:rPr lang="pl-PL" b="1" dirty="0"/>
              <a:t>:</a:t>
            </a:r>
            <a:r>
              <a:rPr lang="pl-PL" dirty="0"/>
              <a:t> CIFAR-10 (50k </a:t>
            </a:r>
            <a:r>
              <a:rPr lang="pl-PL" dirty="0" err="1"/>
              <a:t>train</a:t>
            </a:r>
            <a:r>
              <a:rPr lang="pl-PL" dirty="0"/>
              <a:t> / 10k test).</a:t>
            </a:r>
          </a:p>
          <a:p>
            <a:r>
              <a:rPr lang="pl-PL" b="1" dirty="0"/>
              <a:t>Augmentacje:</a:t>
            </a:r>
            <a:r>
              <a:rPr lang="pl-PL" dirty="0"/>
              <a:t> </a:t>
            </a:r>
            <a:r>
              <a:rPr lang="pl-PL" dirty="0" err="1"/>
              <a:t>flip</a:t>
            </a:r>
            <a:r>
              <a:rPr lang="pl-PL" dirty="0"/>
              <a:t>, przycięcie, normalizacja.</a:t>
            </a:r>
          </a:p>
          <a:p>
            <a:r>
              <a:rPr lang="pl-PL" b="1" dirty="0"/>
              <a:t>Etapy:</a:t>
            </a:r>
            <a:endParaRPr lang="pl-PL" dirty="0"/>
          </a:p>
          <a:p>
            <a:pPr lvl="1"/>
            <a:r>
              <a:rPr lang="pl-PL" dirty="0"/>
              <a:t>Trening modelu bazowego (MobileNetV2).</a:t>
            </a:r>
          </a:p>
          <a:p>
            <a:pPr lvl="1"/>
            <a:r>
              <a:rPr lang="pl-PL" dirty="0" err="1"/>
              <a:t>Pruning</a:t>
            </a:r>
            <a:r>
              <a:rPr lang="pl-PL" dirty="0"/>
              <a:t> i fine-</a:t>
            </a:r>
            <a:r>
              <a:rPr lang="pl-PL" dirty="0" err="1"/>
              <a:t>tuning</a:t>
            </a:r>
            <a:r>
              <a:rPr lang="pl-PL" dirty="0"/>
              <a:t>.</a:t>
            </a:r>
          </a:p>
          <a:p>
            <a:pPr lvl="1"/>
            <a:r>
              <a:rPr lang="pl-PL" dirty="0"/>
              <a:t>Porównanie wyników.</a:t>
            </a:r>
          </a:p>
          <a:p>
            <a:r>
              <a:rPr lang="pl-PL" b="1" dirty="0"/>
              <a:t>Metryki:</a:t>
            </a:r>
            <a:r>
              <a:rPr lang="pl-PL" dirty="0"/>
              <a:t> </a:t>
            </a:r>
            <a:r>
              <a:rPr lang="pl-PL" dirty="0" err="1"/>
              <a:t>accuracy</a:t>
            </a:r>
            <a:r>
              <a:rPr lang="pl-PL" dirty="0"/>
              <a:t>, parametry, </a:t>
            </a:r>
            <a:r>
              <a:rPr lang="pl-PL" dirty="0" err="1"/>
              <a:t>FLOPs</a:t>
            </a:r>
            <a:r>
              <a:rPr lang="pl-PL" dirty="0"/>
              <a:t>, rozmiar.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1081A6B-FBFE-CB2F-63C9-D5C5D7CFA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591" y="0"/>
            <a:ext cx="1364409" cy="136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58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D26F66-3E49-0364-A8F2-DEDF3DAE4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Model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428767D-22CD-627B-E0DE-A2D1A6C3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Model bazowy:</a:t>
            </a:r>
            <a:r>
              <a:rPr lang="pl-PL" dirty="0"/>
              <a:t> MobileNetV2 (lekkie CNN).</a:t>
            </a:r>
          </a:p>
          <a:p>
            <a:r>
              <a:rPr lang="pl-PL" b="1" dirty="0"/>
              <a:t>Trening:</a:t>
            </a:r>
            <a:r>
              <a:rPr lang="pl-PL" dirty="0"/>
              <a:t> ~100 epok, optymalizator Adam/SGD.</a:t>
            </a:r>
          </a:p>
          <a:p>
            <a:r>
              <a:rPr lang="pl-PL" b="1" dirty="0"/>
              <a:t>Oczekiwana </a:t>
            </a:r>
            <a:r>
              <a:rPr lang="pl-PL" b="1" dirty="0" err="1"/>
              <a:t>accuracy</a:t>
            </a:r>
            <a:r>
              <a:rPr lang="pl-PL" b="1" dirty="0"/>
              <a:t>:</a:t>
            </a:r>
            <a:r>
              <a:rPr lang="pl-PL" dirty="0"/>
              <a:t> ok. 90%.</a:t>
            </a:r>
          </a:p>
          <a:p>
            <a:r>
              <a:rPr lang="pl-PL" dirty="0"/>
              <a:t>Zaleta: mały, szybki, dobry balans między jakością a wydajnością.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DB907AE-E08E-A976-289B-14ADE3005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591" y="0"/>
            <a:ext cx="1364409" cy="136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86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97EEE2-9CD0-A3F5-17B4-C2C8CD4C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Kompresja i wyniki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BF5322-3F91-C74D-55DF-B13983963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Metoda:</a:t>
            </a:r>
            <a:r>
              <a:rPr lang="pl-PL" dirty="0"/>
              <a:t> </a:t>
            </a:r>
            <a:r>
              <a:rPr lang="pl-PL" dirty="0" err="1"/>
              <a:t>pruning</a:t>
            </a:r>
            <a:r>
              <a:rPr lang="pl-PL" dirty="0"/>
              <a:t> (usuwanie najmniej istotnych wag / kanałów).</a:t>
            </a:r>
          </a:p>
          <a:p>
            <a:r>
              <a:rPr lang="pl-PL" b="1" dirty="0"/>
              <a:t>Efekt:</a:t>
            </a:r>
            <a:endParaRPr lang="pl-PL" dirty="0"/>
          </a:p>
          <a:p>
            <a:pPr lvl="1"/>
            <a:r>
              <a:rPr lang="pl-PL" dirty="0"/>
              <a:t>Przed: ~90% </a:t>
            </a:r>
            <a:r>
              <a:rPr lang="pl-PL" dirty="0" err="1"/>
              <a:t>acc</a:t>
            </a:r>
            <a:r>
              <a:rPr lang="pl-PL" dirty="0"/>
              <a:t>, 2.5M parametrów.</a:t>
            </a:r>
          </a:p>
          <a:p>
            <a:pPr lvl="1"/>
            <a:r>
              <a:rPr lang="pl-PL" dirty="0"/>
              <a:t>Po </a:t>
            </a:r>
            <a:r>
              <a:rPr lang="pl-PL" dirty="0" err="1"/>
              <a:t>pruning</a:t>
            </a:r>
            <a:r>
              <a:rPr lang="pl-PL" dirty="0"/>
              <a:t>: ~88–89% </a:t>
            </a:r>
            <a:r>
              <a:rPr lang="pl-PL" dirty="0" err="1"/>
              <a:t>acc</a:t>
            </a:r>
            <a:r>
              <a:rPr lang="pl-PL" dirty="0"/>
              <a:t>, ~1M parametrów.</a:t>
            </a:r>
          </a:p>
          <a:p>
            <a:r>
              <a:rPr lang="pl-PL" b="1" dirty="0"/>
              <a:t>Zysk:</a:t>
            </a:r>
            <a:r>
              <a:rPr lang="pl-PL" dirty="0"/>
              <a:t> mniejszy model, krótszy czas inferencji.</a:t>
            </a:r>
          </a:p>
          <a:p>
            <a:r>
              <a:rPr lang="pl-PL" b="1" dirty="0"/>
              <a:t>Wniosek:</a:t>
            </a:r>
            <a:r>
              <a:rPr lang="pl-PL" dirty="0"/>
              <a:t> </a:t>
            </a:r>
            <a:r>
              <a:rPr lang="pl-PL" dirty="0" err="1"/>
              <a:t>pruning</a:t>
            </a:r>
            <a:r>
              <a:rPr lang="pl-PL" dirty="0"/>
              <a:t> skutecznie redukuje złożoność przy niewielkiej utracie jakości.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C8269BD-787B-0416-FE6B-5407DAF86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591" y="0"/>
            <a:ext cx="1364409" cy="136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26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06AE6-200F-AA02-943A-F798F779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6BDBA639-2A71-4A60-A71A-FF1836F5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5E208A8B-5EBD-4532-BE72-26414FA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5D09196-B338-4AB5-A71B-CFD5FFCA6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50B4463-128A-4677-A285-C017E6C54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D9B95CD-F023-4DFA-9678-1E02713F7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DDF47A8-BE7B-43F3-A500-F5A4656D8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DD394DE-76FB-42F8-85F2-FD436F423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95F2EFB-87E6-4400-AAF3-7EB8B4F15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D463476-2BC7-418C-9D6F-51444B11A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4011122-2495-478A-81BF-ABBDEA1DA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79E87C5-E5B3-476B-B539-FC9CF4A33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56029CA-2B38-434D-9044-5FF3A1ECD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514CFB6-E8DB-43DC-B1CD-9CC2D4B2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D8C1FC8-E550-45BE-9F30-822BAB378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D1646B5D-A7B7-41EC-9591-0E0C0F4F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2118E93-481E-4843-987E-378187AA3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7038464-F4E2-47EC-A87F-18469191E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B3BBEB1-E146-408F-95B7-EE2F269D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765B285-56EC-47FC-B116-274EBBD61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CB4A6191-6913-42EA-905E-8A174AE2C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ADEEF92-F481-475A-845C-5E940F0D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7" name="Freeform: Shape 30">
            <a:extLst>
              <a:ext uri="{FF2B5EF4-FFF2-40B4-BE49-F238E27FC236}">
                <a16:creationId xmlns:a16="http://schemas.microsoft.com/office/drawing/2014/main" id="{D9C506D7-84CB-4057-A44A-465313E7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44861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Oval 32">
            <a:extLst>
              <a:ext uri="{FF2B5EF4-FFF2-40B4-BE49-F238E27FC236}">
                <a16:creationId xmlns:a16="http://schemas.microsoft.com/office/drawing/2014/main" id="{7842FC68-61FD-4700-8A22-BB8B0718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4579" y="691977"/>
            <a:ext cx="7761923" cy="5343064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1097D3-740F-F1E6-BDC5-3C2D0BF17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277" y="2061838"/>
            <a:ext cx="6959446" cy="1662475"/>
          </a:xfrm>
        </p:spPr>
        <p:txBody>
          <a:bodyPr>
            <a:normAutofit/>
          </a:bodyPr>
          <a:lstStyle/>
          <a:p>
            <a:r>
              <a:rPr lang="pl-PL" sz="4800" dirty="0"/>
              <a:t>Dziękujemy za uwagę!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47494C5-A4FC-494A-60DD-61616F2EF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8938" y="3783690"/>
            <a:ext cx="5414125" cy="1196717"/>
          </a:xfrm>
        </p:spPr>
        <p:txBody>
          <a:bodyPr>
            <a:normAutofit/>
          </a:bodyPr>
          <a:lstStyle/>
          <a:p>
            <a:endParaRPr lang="pl-PL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29A90B4-2D39-9BA7-A91A-7EEA87727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591" y="0"/>
            <a:ext cx="1364409" cy="136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90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15</TotalTime>
  <Words>199</Words>
  <Application>Microsoft Office PowerPoint</Application>
  <PresentationFormat>Panoramiczny</PresentationFormat>
  <Paragraphs>28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Calibri Light</vt:lpstr>
      <vt:lpstr>Rockwell</vt:lpstr>
      <vt:lpstr>Wingdings</vt:lpstr>
      <vt:lpstr>Atlas</vt:lpstr>
      <vt:lpstr>Tiny Image Classifier </vt:lpstr>
      <vt:lpstr>Temat i cel</vt:lpstr>
      <vt:lpstr>Dane i pipeline</vt:lpstr>
      <vt:lpstr>Model</vt:lpstr>
      <vt:lpstr>Kompresja i wyniki</vt:lpstr>
      <vt:lpstr>Dziękujemy za uwagę!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Grzegorz Mazur</dc:creator>
  <cp:lastModifiedBy>Grzegorz Mazur</cp:lastModifiedBy>
  <cp:revision>1</cp:revision>
  <dcterms:created xsi:type="dcterms:W3CDTF">2025-10-29T23:10:22Z</dcterms:created>
  <dcterms:modified xsi:type="dcterms:W3CDTF">2025-10-29T23:26:11Z</dcterms:modified>
</cp:coreProperties>
</file>